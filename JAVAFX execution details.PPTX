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71" r:id="rId14"/>
    <p:sldId id="272" r:id="rId15"/>
    <p:sldId id="273" r:id="rId16"/>
    <p:sldId id="274" r:id="rId17"/>
    <p:sldId id="268" r:id="rId18"/>
    <p:sldId id="269" r:id="rId19"/>
    <p:sldId id="270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44B9-5551-FBF7-F9DF-92026A3CE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92243-39F0-C099-17E6-AF96271A0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FF9F4-C263-152D-C48E-DEEEB92F6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8763F-8702-7011-53A6-8319E7B97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4BF12-F5A9-E691-0FC9-164B7191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30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81BC-E6A5-E615-ECCD-D0DBC2DB4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CF8D-82CB-18B5-EDE8-B6B9836F9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B262-2C5D-A4DF-C28C-4C674DA7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3DF81-3ECB-5467-5C37-E568C25B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3586C-C855-7B95-7EC3-3AB24A10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28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95BE-7FE9-2C29-C7BA-C1CDF55D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7D468-329E-4718-EC97-ED6456401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79269-8D8A-4B70-153C-2BA1C57F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0CCDE-93C6-2482-8EC6-E03D0461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C91C9-F070-362C-3651-54D7FC26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12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45C8D-F37C-3740-1BEC-F91C3BEF4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5BEC3-7E5C-A31F-8F70-30820A7D5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F9F7E-70BB-D107-AF59-046A8D3EA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E3313-8896-7CCC-5786-9A43CA38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29C69-57A7-D9C3-DE61-A0C478C3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30634-3853-A31D-B2DE-00D88C11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07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604F6-5931-47A9-298A-30244F3B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1DD66-40C7-B519-8AC0-13CDE5F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4DECB-E651-F772-8A0E-D9EEE60E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11ADA-C7B7-E619-D559-0F071C26B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CE3F82-C539-5A55-ACA8-BDB5EE55F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68DF7-45A0-0FBE-8AF7-58D2CAC6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7A01E-6B3F-CD2B-3E5F-B69DC9EA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7A417-DD39-0625-62A3-E47BD05A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91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234D-C1FF-2051-6A5F-7466C6DE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21089F-511D-E623-D4C5-5D4935CE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F075A-30FA-13AB-86C6-2C02D565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89BF9-DF10-470A-0289-12A0726A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5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5BC44-508D-D4B4-0C7A-E53BD40F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E2D2F-BCEB-51FD-2E66-72FE67B8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7184B-1663-85AA-E524-FDE34975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39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34AC-D36B-8A80-897B-89DB4BB5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09C34-80B9-0258-2DC2-FD35FB953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DF8CF-A281-FD34-59A7-FF1E65B3B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F0589-E858-3DB5-FD88-EA48335AC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EDD57-FC43-CCFA-5F33-0143B957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FA494-DBFA-0DAE-5AF8-2EC96BF3F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65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2616-75E3-49EB-D47F-6C59651D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0F528-5C4E-498C-31EF-C67AD9B61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6809E-49DA-36F2-37E9-C1E8AC2D1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65B6B-5E7B-CE59-6A66-8FFCAD95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14466-E825-0C6D-A7D8-A8DE8C8E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87CBF-BF91-FEB2-CAD1-F958312B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67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F5F4-4563-3EE6-4461-C5DE1A43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B411A-778A-857F-B20E-7E10F3B19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BE670-52AF-CB7C-27E4-58978257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1DAE9-7146-4FB5-54D0-2D50BEA8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16531-D69A-5216-559E-0C46423F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41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B5CAF5-76B3-8FBF-9B46-B887FB723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7CA28-ABDD-30AE-9DE8-5020CC39B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920C9-1FE8-F06B-FCB4-7CF68976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1B62D-AA04-8650-3C9E-5404BADB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37776-D05D-A5F3-B43F-15AEB8B2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57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F2F6D-177D-BD5F-B9C4-3FB353A8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98C30-21A9-0F44-E744-A4F6CB966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BFAA-E207-BAA2-1F6E-A1C979F52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602CF-9F22-4537-8385-A1E75D8CE72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CF995-91FB-6AEA-F7FC-80DD02D24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76B4-236F-22D9-C6ED-BAFC9DB62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A3344-1C5D-4F3B-8E7F-0987F10C6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80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B839-7039-3DB5-8799-41C97B2AE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Java FX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D888D-3807-38A0-DDF5-61F30EA67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Execution guidelines</a:t>
            </a:r>
          </a:p>
        </p:txBody>
      </p:sp>
    </p:spTree>
    <p:extLst>
      <p:ext uri="{BB962C8B-B14F-4D97-AF65-F5344CB8AC3E}">
        <p14:creationId xmlns:p14="http://schemas.microsoft.com/office/powerpoint/2010/main" val="304587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66606BC-13D7-350C-973A-C4F9BBA5F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44" y="925286"/>
            <a:ext cx="956854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/>
              <a:t>Step 1: Create Java Project in Eclipse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Eclipse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→ New → Java Project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project name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(e.g.,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JavaFXDemo</a:t>
            </a:r>
            <a:r>
              <a:rPr lang="en-US" altLang="en-US" sz="2400" dirty="0">
                <a:latin typeface="Abadi" panose="020B0604020104020204" pitchFamily="34" charset="0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Finish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251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clipse IDE: Creating a New Project">
            <a:extLst>
              <a:ext uri="{FF2B5EF4-FFF2-40B4-BE49-F238E27FC236}">
                <a16:creationId xmlns:a16="http://schemas.microsoft.com/office/drawing/2014/main" id="{BD64D3F6-91F2-AB01-D846-6ACF6BAA7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14" y="222153"/>
            <a:ext cx="10199915" cy="648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81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reating your first Java project">
            <a:extLst>
              <a:ext uri="{FF2B5EF4-FFF2-40B4-BE49-F238E27FC236}">
                <a16:creationId xmlns:a16="http://schemas.microsoft.com/office/drawing/2014/main" id="{63758C07-AE9D-0394-8A32-6D0988220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76225"/>
            <a:ext cx="4762500" cy="630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96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4DB4D6-5A80-B0D1-8D01-80D439253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562" y="576262"/>
            <a:ext cx="4714875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33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tting up Eclipse for CPSC 124">
            <a:extLst>
              <a:ext uri="{FF2B5EF4-FFF2-40B4-BE49-F238E27FC236}">
                <a16:creationId xmlns:a16="http://schemas.microsoft.com/office/drawing/2014/main" id="{A21F649D-9A34-ACF7-6117-4729BC481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42" y="201035"/>
            <a:ext cx="5921829" cy="622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FCD83-EE50-859C-DE44-CA652DA3C559}"/>
              </a:ext>
            </a:extLst>
          </p:cNvPr>
          <p:cNvSpPr txBox="1"/>
          <p:nvPr/>
        </p:nvSpPr>
        <p:spPr>
          <a:xfrm>
            <a:off x="1001486" y="838591"/>
            <a:ext cx="102870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Step 2: Add JavaFX SDK Libraries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Right-click project → </a:t>
            </a:r>
            <a:r>
              <a:rPr lang="en-US" altLang="en-US" sz="2800" b="1" dirty="0">
                <a:latin typeface="Arial" panose="020B0604020202020204" pitchFamily="34" charset="0"/>
              </a:rPr>
              <a:t>Build Path → Configure Build Path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Go to </a:t>
            </a:r>
            <a:r>
              <a:rPr lang="en-US" altLang="en-US" sz="2800" b="1" dirty="0">
                <a:latin typeface="Arial" panose="020B0604020202020204" pitchFamily="34" charset="0"/>
              </a:rPr>
              <a:t>Libraries tab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Click </a:t>
            </a:r>
            <a:r>
              <a:rPr lang="en-US" altLang="en-US" sz="2800" b="1" dirty="0">
                <a:latin typeface="Arial" panose="020B0604020202020204" pitchFamily="34" charset="0"/>
              </a:rPr>
              <a:t>Add External JARs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Select all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.jar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files from: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javafx-sdk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/lib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Click </a:t>
            </a:r>
            <a:r>
              <a:rPr lang="en-US" altLang="en-US" sz="2800" b="1" dirty="0">
                <a:latin typeface="Arial" panose="020B0604020202020204" pitchFamily="34" charset="0"/>
              </a:rPr>
              <a:t>Apply &amp; Close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93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java - Eclipse IDE- Add jar? Add External jar? Add Library? - Stack Overflow">
            <a:extLst>
              <a:ext uri="{FF2B5EF4-FFF2-40B4-BE49-F238E27FC236}">
                <a16:creationId xmlns:a16="http://schemas.microsoft.com/office/drawing/2014/main" id="{10686EBF-1C2D-A750-EFB9-EB6FBC9B9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525" y="828675"/>
            <a:ext cx="760095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16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jar - Eclipse: in the Libraries tab all buttons are disabled - Stack  Overflow">
            <a:extLst>
              <a:ext uri="{FF2B5EF4-FFF2-40B4-BE49-F238E27FC236}">
                <a16:creationId xmlns:a16="http://schemas.microsoft.com/office/drawing/2014/main" id="{84189A66-AEA2-29DC-0D47-2DE4EC3D0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888" y="995363"/>
            <a:ext cx="7134225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74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n eclipse go to build path in the project folder &gt; configure build path &gt;  click modulepath &gt; add external JARS &gt; select all jar files in javafx lib  folder · Issue #204 · openjfx/openjfx-docs">
            <a:extLst>
              <a:ext uri="{FF2B5EF4-FFF2-40B4-BE49-F238E27FC236}">
                <a16:creationId xmlns:a16="http://schemas.microsoft.com/office/drawing/2014/main" id="{CB57E5EF-9C16-E74D-BD33-A3991B107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23863"/>
            <a:ext cx="11391900" cy="601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114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java - how to run external jar library in eclipse - Stack Overflow">
            <a:extLst>
              <a:ext uri="{FF2B5EF4-FFF2-40B4-BE49-F238E27FC236}">
                <a16:creationId xmlns:a16="http://schemas.microsoft.com/office/drawing/2014/main" id="{CA0E53B5-EF7D-6093-F82F-A6278BB03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03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9C1479-4A28-0F83-0B72-858453FAF137}"/>
              </a:ext>
            </a:extLst>
          </p:cNvPr>
          <p:cNvSpPr txBox="1"/>
          <p:nvPr/>
        </p:nvSpPr>
        <p:spPr>
          <a:xfrm>
            <a:off x="576943" y="576943"/>
            <a:ext cx="1100545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Step 3: Configure VM Arguments</a:t>
            </a:r>
          </a:p>
          <a:p>
            <a:endParaRPr lang="en-US" sz="3200" b="1" dirty="0"/>
          </a:p>
          <a:p>
            <a:r>
              <a:rPr lang="en-IN" sz="2400" dirty="0"/>
              <a:t>Go to </a:t>
            </a:r>
            <a:r>
              <a:rPr lang="en-IN" sz="2400" b="1" dirty="0"/>
              <a:t>Run → Run Configurations</a:t>
            </a:r>
            <a:r>
              <a:rPr lang="en-IN" sz="2400" dirty="0"/>
              <a:t> </a:t>
            </a:r>
          </a:p>
          <a:p>
            <a:r>
              <a:rPr lang="en-IN" sz="2400" dirty="0"/>
              <a:t>Select your project </a:t>
            </a:r>
          </a:p>
          <a:p>
            <a:r>
              <a:rPr lang="en-IN" sz="2400" dirty="0"/>
              <a:t>Open </a:t>
            </a:r>
            <a:r>
              <a:rPr lang="en-IN" sz="2400" b="1" dirty="0"/>
              <a:t>Arguments tab</a:t>
            </a:r>
            <a:r>
              <a:rPr lang="en-IN" sz="2400" dirty="0"/>
              <a:t> </a:t>
            </a:r>
          </a:p>
          <a:p>
            <a:r>
              <a:rPr lang="en-IN" sz="3200" dirty="0"/>
              <a:t>In </a:t>
            </a:r>
            <a:r>
              <a:rPr lang="en-IN" sz="3200" b="1" dirty="0"/>
              <a:t>VM arguments</a:t>
            </a:r>
            <a:r>
              <a:rPr lang="en-IN" sz="3200" dirty="0"/>
              <a:t>, paste: </a:t>
            </a:r>
          </a:p>
          <a:p>
            <a:r>
              <a:rPr lang="en-IN" sz="2400" dirty="0"/>
              <a:t>--module-path "C:\javafx-sdk-21\lib" --add-modules </a:t>
            </a:r>
            <a:r>
              <a:rPr lang="en-IN" sz="2400" dirty="0" err="1"/>
              <a:t>javafx.controls,javafx.fxml</a:t>
            </a:r>
            <a:endParaRPr lang="en-IN" sz="2400" dirty="0"/>
          </a:p>
          <a:p>
            <a:r>
              <a:rPr lang="en-IN" sz="3200" dirty="0"/>
              <a:t>Replace path with your system location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304335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1B3AF-4406-4B97-F46A-AE1D7F67E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28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java - JavaFX controls module not found, even though I included it in the  build path (eclipse IDE) - Stack Overflow">
            <a:extLst>
              <a:ext uri="{FF2B5EF4-FFF2-40B4-BE49-F238E27FC236}">
                <a16:creationId xmlns:a16="http://schemas.microsoft.com/office/drawing/2014/main" id="{43802DD7-CD5D-2D92-85B2-BAFF05F31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0"/>
            <a:ext cx="10807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04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JavaFX Application Set Up in Eclipse | by Alexandra Z Harner | Medium">
            <a:extLst>
              <a:ext uri="{FF2B5EF4-FFF2-40B4-BE49-F238E27FC236}">
                <a16:creationId xmlns:a16="http://schemas.microsoft.com/office/drawing/2014/main" id="{74F86C95-B075-AE0E-4ACF-E66DDAAEE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414338"/>
            <a:ext cx="10829925" cy="602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690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java - JavaFX controls module not found, even though I included it in the  build path (eclipse IDE) - Stack Overflow">
            <a:extLst>
              <a:ext uri="{FF2B5EF4-FFF2-40B4-BE49-F238E27FC236}">
                <a16:creationId xmlns:a16="http://schemas.microsoft.com/office/drawing/2014/main" id="{E8201ACE-451B-8EAF-BAB0-F7A48BDD4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70" y="152400"/>
            <a:ext cx="10936287" cy="634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101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2F1B3-A601-8B45-FE2F-19DCF65D5B76}"/>
              </a:ext>
            </a:extLst>
          </p:cNvPr>
          <p:cNvSpPr txBox="1"/>
          <p:nvPr/>
        </p:nvSpPr>
        <p:spPr>
          <a:xfrm>
            <a:off x="1055914" y="599105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b="1" dirty="0"/>
          </a:p>
          <a:p>
            <a:endParaRPr lang="en-US" sz="3600" b="1" dirty="0"/>
          </a:p>
          <a:p>
            <a:endParaRPr lang="en-US" sz="3600" b="1" dirty="0"/>
          </a:p>
          <a:p>
            <a:r>
              <a:rPr lang="en-US" sz="3600" b="1" dirty="0"/>
              <a:t>Step 4: Write JavaFX Code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876207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Learn How to Create Hello World in JavaFX | Tutorials24x7">
            <a:extLst>
              <a:ext uri="{FF2B5EF4-FFF2-40B4-BE49-F238E27FC236}">
                <a16:creationId xmlns:a16="http://schemas.microsoft.com/office/drawing/2014/main" id="{A12B65C9-DC71-8A81-2515-F5FCBAE6C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8300"/>
            <a:ext cx="12192000" cy="611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98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JavaFX Application Set Up in Eclipse | by Alexandra Z Harner | Medium">
            <a:extLst>
              <a:ext uri="{FF2B5EF4-FFF2-40B4-BE49-F238E27FC236}">
                <a16:creationId xmlns:a16="http://schemas.microsoft.com/office/drawing/2014/main" id="{D74CFFCE-0A05-C749-A892-77210BA64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338138"/>
            <a:ext cx="10487025" cy="61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400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Using JavaFX UI Controls: Label | JavaFX 2 Tutorials and Documentation">
            <a:extLst>
              <a:ext uri="{FF2B5EF4-FFF2-40B4-BE49-F238E27FC236}">
                <a16:creationId xmlns:a16="http://schemas.microsoft.com/office/drawing/2014/main" id="{34B4144A-FBA5-1214-0666-A35678871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61653"/>
            <a:ext cx="10201453" cy="524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954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Quick and Simple JavaFX tutorial for Embedded Developers | xanthium  enterprises">
            <a:extLst>
              <a:ext uri="{FF2B5EF4-FFF2-40B4-BE49-F238E27FC236}">
                <a16:creationId xmlns:a16="http://schemas.microsoft.com/office/drawing/2014/main" id="{B203919F-D97A-D776-874A-93A2A2957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713" y="1790700"/>
            <a:ext cx="3838575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809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E7D274-16C5-C5C0-91D1-55664A96E000}"/>
              </a:ext>
            </a:extLst>
          </p:cNvPr>
          <p:cNvSpPr txBox="1"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javafx.application.Application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javafx.scene.Scene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javafx.scene.control.Label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javafx.stage.Stage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HelloFX</a:t>
            </a:r>
            <a:r>
              <a:rPr lang="en-IN" dirty="0"/>
              <a:t> extends Application {</a:t>
            </a:r>
          </a:p>
          <a:p>
            <a:endParaRPr lang="en-IN" dirty="0"/>
          </a:p>
          <a:p>
            <a:r>
              <a:rPr lang="en-IN" dirty="0"/>
              <a:t>    @Override</a:t>
            </a:r>
          </a:p>
          <a:p>
            <a:r>
              <a:rPr lang="en-IN" dirty="0"/>
              <a:t>    public void start(Stage stage) {</a:t>
            </a:r>
          </a:p>
          <a:p>
            <a:r>
              <a:rPr lang="en-IN" dirty="0"/>
              <a:t>        Label </a:t>
            </a:r>
            <a:r>
              <a:rPr lang="en-IN" dirty="0" err="1"/>
              <a:t>label</a:t>
            </a:r>
            <a:r>
              <a:rPr lang="en-IN" dirty="0"/>
              <a:t> = new Label("Hello JavaFX!");</a:t>
            </a:r>
          </a:p>
          <a:p>
            <a:r>
              <a:rPr lang="en-IN" dirty="0"/>
              <a:t>        Scene </a:t>
            </a:r>
            <a:r>
              <a:rPr lang="en-IN" dirty="0" err="1"/>
              <a:t>scene</a:t>
            </a:r>
            <a:r>
              <a:rPr lang="en-IN" dirty="0"/>
              <a:t> = new Scene(label, 400, 200);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stage.setTitle</a:t>
            </a:r>
            <a:r>
              <a:rPr lang="en-IN" dirty="0"/>
              <a:t>("My First JavaFX App");</a:t>
            </a:r>
          </a:p>
          <a:p>
            <a:r>
              <a:rPr lang="en-IN" dirty="0"/>
              <a:t>        </a:t>
            </a:r>
            <a:r>
              <a:rPr lang="en-IN" dirty="0" err="1"/>
              <a:t>stage.setScene</a:t>
            </a:r>
            <a:r>
              <a:rPr lang="en-IN" dirty="0"/>
              <a:t>(scene);</a:t>
            </a:r>
          </a:p>
          <a:p>
            <a:r>
              <a:rPr lang="en-IN" dirty="0"/>
              <a:t>        </a:t>
            </a:r>
            <a:r>
              <a:rPr lang="en-IN" dirty="0" err="1"/>
              <a:t>stage.show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launch();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7508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A52A9-AD5A-9DBE-04AF-DB637D03B52D}"/>
              </a:ext>
            </a:extLst>
          </p:cNvPr>
          <p:cNvSpPr txBox="1"/>
          <p:nvPr/>
        </p:nvSpPr>
        <p:spPr>
          <a:xfrm>
            <a:off x="2068285" y="2873828"/>
            <a:ext cx="7511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Step 5: Run the Program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1192845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BB226-F4A8-BB90-CB2B-63BB7B076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481012"/>
            <a:ext cx="751522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27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Getting Started with JavaFX">
            <a:extLst>
              <a:ext uri="{FF2B5EF4-FFF2-40B4-BE49-F238E27FC236}">
                <a16:creationId xmlns:a16="http://schemas.microsoft.com/office/drawing/2014/main" id="{8F73690B-9F3E-4B3E-CDFA-ED7FD25F2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0"/>
            <a:ext cx="10217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407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0E84FD-9634-87CD-4BE5-A63EFD75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43" y="405454"/>
            <a:ext cx="7848600" cy="629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41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JavaFX Tutorial: Hello world | Vojtech Ruzicka's Programming Blog">
            <a:extLst>
              <a:ext uri="{FF2B5EF4-FFF2-40B4-BE49-F238E27FC236}">
                <a16:creationId xmlns:a16="http://schemas.microsoft.com/office/drawing/2014/main" id="{85A6A7F1-384E-25FD-658E-8C8F843CC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56" y="1239839"/>
            <a:ext cx="10491331" cy="376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55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F0DF06-F42A-9F55-5805-F2C2F80982A8}"/>
              </a:ext>
            </a:extLst>
          </p:cNvPr>
          <p:cNvSpPr txBox="1"/>
          <p:nvPr/>
        </p:nvSpPr>
        <p:spPr>
          <a:xfrm>
            <a:off x="620486" y="1766577"/>
            <a:ext cx="1140822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/>
              <a:t>Common Mistake</a:t>
            </a:r>
          </a:p>
          <a:p>
            <a:pPr algn="ctr"/>
            <a:r>
              <a:rPr lang="en-US" sz="5400" b="1"/>
              <a:t> </a:t>
            </a:r>
            <a:endParaRPr lang="en-US" sz="5400" b="1" dirty="0"/>
          </a:p>
          <a:p>
            <a:r>
              <a:rPr lang="en-US" sz="3200" b="1" dirty="0"/>
              <a:t>If you see error “JavaFX runtime components are missing” </a:t>
            </a:r>
          </a:p>
          <a:p>
            <a:r>
              <a:rPr lang="en-US" sz="3200" b="1" dirty="0">
                <a:sym typeface="Wingdings" panose="05000000000000000000" pitchFamily="2" charset="2"/>
              </a:rPr>
              <a:t></a:t>
            </a:r>
            <a:r>
              <a:rPr lang="en-US" sz="3200" b="1" dirty="0"/>
              <a:t>because VM arguments are not set correctly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265919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2B29D56AB207438A5D00C87F0D7F03" ma:contentTypeVersion="3" ma:contentTypeDescription="Create a new document." ma:contentTypeScope="" ma:versionID="d22678af83eb31d3f0514f965c73f50b">
  <xsd:schema xmlns:xsd="http://www.w3.org/2001/XMLSchema" xmlns:xs="http://www.w3.org/2001/XMLSchema" xmlns:p="http://schemas.microsoft.com/office/2006/metadata/properties" xmlns:ns2="0a28bbe8-9f30-48d7-8e29-615c0317b52d" targetNamespace="http://schemas.microsoft.com/office/2006/metadata/properties" ma:root="true" ma:fieldsID="64c3b1bbbe0e4a075fa4dc5462ee6c81" ns2:_="">
    <xsd:import namespace="0a28bbe8-9f30-48d7-8e29-615c0317b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8bbe8-9f30-48d7-8e29-615c0317b5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8F7432-7A18-4B53-B20D-BDFB5C1F6AE2}"/>
</file>

<file path=customXml/itemProps2.xml><?xml version="1.0" encoding="utf-8"?>
<ds:datastoreItem xmlns:ds="http://schemas.openxmlformats.org/officeDocument/2006/customXml" ds:itemID="{87153AAF-0EF6-4116-A4E4-81CCF69EE60D}"/>
</file>

<file path=customXml/itemProps3.xml><?xml version="1.0" encoding="utf-8"?>
<ds:datastoreItem xmlns:ds="http://schemas.openxmlformats.org/officeDocument/2006/customXml" ds:itemID="{1B0FA24C-6D3E-468A-BA2E-9FFCE298D842}"/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266</Words>
  <Application>Microsoft Office PowerPoint</Application>
  <PresentationFormat>Widescreen</PresentationFormat>
  <Paragraphs>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Abadi</vt:lpstr>
      <vt:lpstr>Aptos</vt:lpstr>
      <vt:lpstr>Aptos Display</vt:lpstr>
      <vt:lpstr>Arial</vt:lpstr>
      <vt:lpstr>Arial Unicode MS</vt:lpstr>
      <vt:lpstr>Wingdings</vt:lpstr>
      <vt:lpstr>Office Theme</vt:lpstr>
      <vt:lpstr>Java FX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Simi V R [MAHE-MITBLR]</dc:creator>
  <cp:lastModifiedBy>Simi V R [MAHE-MITBLR]</cp:lastModifiedBy>
  <cp:revision>2</cp:revision>
  <dcterms:created xsi:type="dcterms:W3CDTF">2026-04-09T03:07:41Z</dcterms:created>
  <dcterms:modified xsi:type="dcterms:W3CDTF">2026-04-09T03:44:27Z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0x0101007F2B29D56AB207438A5D00C87F0D7F03</vt:lpwstr>
  </property>
</Properties>
</file>